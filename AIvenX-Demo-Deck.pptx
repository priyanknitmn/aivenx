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5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·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AI-native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school,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one login.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walkthrough prepared for [School Name].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aivenx.co.in  ·  hello@aivenx.co.in  ·  Mumbai, India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tour, feature by feature.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The problem we solve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Admissions &amp; enquiry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Fees &amp; invoicing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377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HR &amp; payroll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Timetable &amp; exams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Report cards (multi-board)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Cortex — Chapter Generator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3291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Cortex — Question Bank (150k)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Cortex — Assessment Creator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37490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Cortex — AI Evaluator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Cortex Helper + Study mode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4206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 Face AI attendance (live)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 Parent communication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6634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 Library · Transport · Hostel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120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 Security &amp;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5120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 Editions, onboarding,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Schools juggle 5 vendors.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charges per-module, has its own login, its own data silo, its own outage window. AIvenX replaces all five with one platform.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3931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4480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3931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480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Biometric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0" y="3931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4480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0" y="39319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0" y="4480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Operations.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Admissions · Fees · HR · Library · Transport · Hostel.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01 · ADMISSIONS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every enquiry. Convert more of them.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 enquiry-to-enrolment funnel. Every walk-in, web form, and phone call lands in one queue with follow-up reminders.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5669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enquiry form embedded on your school website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Walk-in capture by the front desk in 30 seconds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Stage-tracked pipeline: Enquired → Visited → Tested → Offered → Enrolled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Auto-reminders for follow-up calls, missed steps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uploads (birth cert, photo) — all in one record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conversion to a student record on enrolment — no re-typing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2926080"/>
            <a:ext cx="5303520" cy="347472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3108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347472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schools lose 30% of enquiries between the form and the first follow-up call. AIvenX prevents that by making every enquiry visible to admin, principal, and the front desk on day 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02 · FEES &amp; INVOICING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rupee, accounted.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Term-based fee structures, online payments, automated dues reminders, and a finance dashboard the principal can read in 10 seconds.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structures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 · Monthly · Annual. Sibling discounts, scholarship rules, late penalties.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payments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UPI, cards, netbanking. Payment links via WhatsApp. Auto-reconciled.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reminders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Dues SMS / email at T-7, T-3, T-0 days. Custom templates. Pause for individuals.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Receipts &amp; invoices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GST-compliant. Branded with logo + signature. Bulk-export for the auditor.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Collected vs. outstanding by class, term, fee head. Drill to student in two clicks.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Refunds &amp; adjustments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Audit-logged. Approval workflow keeps the principal in the loop.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03 · HR &amp; PAYROLL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records, salaries, statutory — in one tab.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day a teacher joins to the day they retire — appointment letters, leave, payroll, PF, ESI, TDS.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54864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lifecycle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Onboarding: appointment letter, ID card, document checklist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Attendance: face AI for staff too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Leave: CL · SL · PL · maternity · LOP — workflow approvals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reviews: term-end, principal-driven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Exit: relieving letter, full-and-final, archive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3017520"/>
            <a:ext cx="54864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Payroll &amp; statutory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361188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 structures: basic, HRA, allowances, deductions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PF + ESI auto-calculated; challans generated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TDS: monthly deduction, Form 16 at year-end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Bank-ready salary file in one click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Payslips emailed; staff portal download anytime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04 · TIMETABLE &amp; EXAMS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clash-free timetable in 20 minutes.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Auto-generation respects teacher availability, lab capacity, and subject hours. Exam scheduling and seating plans included.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constraints once: teacher loads, room types, free-period rules. AIvenX builds the grid.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Substitutions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a teacher absent → system suggests substitute → SMS to substitute &amp; class.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 schedules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 + final + unit tests. Auto-checks against syllabus completion. Hall-tickets.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Seating plans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Mixed-class seating, roll-number rules, distance constraints, supervisors.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 entry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 portal with bulk-paste from spreadsheets, validation, lock-after-submission.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analytics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average, pass %, top scorers, weak areas — per subject, per chapter.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05 · REPORT CARDS (MULTI-BOARD)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formats for every board.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one-size-fits-all template. Each board's official structure, grading scale, and skill rubric — out of the box.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548640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 PYP — inquiry-based learning rubric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 MYP — criterion grades A–E across 4 strands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 DP — 1–7 + TOK / EE / CAS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Cambridge IGCSE / A-Levels — A* to G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Placement — AP score, course grade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3017520"/>
            <a:ext cx="548640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361188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CBSE — Term + final, scholastic + co-scholastic, CCE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ICSE / ISC — Marks-based, ICSE skill grading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Boards — Maharashtra, Karnataka, TN, UP, etc.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NIOS — Distance / open schooling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263640"/>
            <a:ext cx="1129284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see yours? Cortex AI adapts to any framework — we've onboarded a Steiner / Waldorf school using a custom rubric in 5 days.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85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2 OF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Cortex AI Studio.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flagship. Five tools that save every teacher 10 hours a week.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06 · CHAPTER GENERATOR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board-aligned chapter, in 30 seconds.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subject, grade, topic. Cortex produces a full chapter — text, diagrams, exercises, answer keys — in one of four learning modes.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Focus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Clear, structured, exam-ready. Definitions → examples → practice.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30175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Spark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7872" y="356616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Engaging analogies, real-world hooks, 'why does this matter' framing.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2784" y="30175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🎮 Quest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5664" y="356616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Gamified — challenges, streaks, levels. Best for grades 4-8.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0576" y="30175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📖 Saga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63456" y="356616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Narrative-driven. Concepts taught through story arcs and characters.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486400"/>
            <a:ext cx="112928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6235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chapter includes: body text · embedded diagrams · worked examples · end-of-chapter exercises · answer keys · glossary · cross-links.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07 · QUESTION BANK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150,000+ pre-loaded questions.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Curated, tagged, board-mapped. The library that took us 18 months to build is yours from day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MCQ · Fill-in-the-blank · Short / long answer · Match · True/False · Diagram-based · Numerical.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Tagged deeply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 · Grade · Chapter · Difficulty (1-5) · Bloom's level · Marks · Time estimate.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Board-mapped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to CBSE / ICSE / IB / CAIE / State syllabus codes for guaranteed alignment.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Past-paper rooted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10 years of board exam questions, marked, with model answers.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your own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Teachers contribute private questions to a school-only pool. Stays in your tenant.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updated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questions every month. Existing ones re-rated when student data shows mis-calibration.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08 · ASSESSMENT CREATOR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3-hour board paper in 4 minutes.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filters → preview coverage → publish. CBSE-standard section presets included. Live distribution chart.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Pick subject, grade, total marks, duration.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Choose section structure — or load a preset (CBSE Sec A/B/C/D/E).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Per section: question type, count, marks, chapter &amp; difficulty filters.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Live preview shows: chapter coverage, Bloom distribution, difficulty curve.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Auto-fill from question bank, or hand-pick. Mix freely.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Publish → printable PDF + answer key + student-portal link.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2926080"/>
            <a:ext cx="5349240" cy="356616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TEACHERS LOVE 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34747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Paper-setting used to take 4-6 hours. With Cortex it's under 10 minutes — and the coverage preview catches mistakes before they reach students. Two teachers can collaborate live on the same paper.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09 · AI EVALUATOR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200 sheets in an hour, not a weekend.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scanned sheets — Cortex grades MCQs in seconds, short / long answers using rubric-aware AI. Borderline cases route to teacher.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for handwriting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Indian student handwriting. Works on regular A4 scans — no special paper.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Rubric-aware grading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Compares to model answer + rubric. Awards partial marks; explains every deduction.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Teacher-in-the-loop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Confidence-scored. Borderline answers (~10%) routed to teacher; rest auto-finalised.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Plagiarism 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suspiciously similar answers across the same class — catches copying.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Auto-write to gradebook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Marks land in the exam record. Report cards generate themselves.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for teachers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Per-question analytics: which concept needs re-teaching, which student needs help.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10 · CORTEX HELPER + STUDY MODE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guide on every page. Meet Leo.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floating chat button that knows what page you're on. For staff, product help. For students, a chapter tutor.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Helper mode (staff)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do I generate a fee invoice?"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"Why is this student showing absent?"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"Take me to the timetable for Class 7B"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Streams answers live · cites the right module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Persists across pages — context carries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301752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mode (students)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361188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Auto-activates on chapter pages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"Explain photosynthesis like I'm in grade 7"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"Quiz me on this chapter"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 did this paragraph mean?"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Stays on-syllabus — never goes off-topic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AI Attendance.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biometric machine, replaced by a webcam.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11 · FACE AI ATTENDANCE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a second per student. No queue.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follows. A single webcam at the door marks every student present in real time, while teachers walk in and start teaching.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08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Enrol once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3-5 photos at admission. Embeddings stored, photos discarded.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30175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3108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47872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Recognise live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47872" y="4069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streams to the recognizer. Faces matched in &lt;1 sec.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2784" y="30175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3108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55664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Default-absent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55664" y="4069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Anyone not seen by cut-off → marked absent → SMS to parent.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0576" y="301752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3108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363456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Period-wise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63456" y="40690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Re-runs every period. Catches mid-day absconding too.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486400"/>
            <a:ext cx="112928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6235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by design: only mathematical embeddings stored — never raw photos. ID-card scan continues as backup. Camera frames processed and discarded.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&amp; Operations.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· Library · Transport · Hostel · Foundations.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12 · PARENT COMMUNICATION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channel for every parent message.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board, SMS, email, in-app, and (optionally) WhatsApp Business. Every message logged, every delivery tracked.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School-wide, class-wise, or individual. Pin-to-top, expiry dates, attachments.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Pre-built for: absent SMS, fee dues, exam reminders, PTM, holidays.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English, Hindi, Marathi, Tamil, Bengali — auto-translated per parent's preference.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Parents reply from their portal. Teacher sees a threaded conversation.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calendar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to Google / Apple. PTM bookings handled in-portal.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tracking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 · Delivered · Read · Replied. Auditable, exportable.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13 · LIBRARY · TRANSPORT · HOSTEL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operational long tail, handled.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modules other ERPs charge extra for — included in AIvenX from the Operate edition onwards.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📚 Library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Catalogue with ISBN auto-fetch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/ return via barcode or QR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Fines auto-calculated, charged to fees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lists per class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audits, reservations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🚌 Transport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356616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&amp; stops with student assignment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for pickup confirmation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GPS (with hardware partner)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ETA + boarding/alighting alerts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 fees integrated with fee module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01752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🛏️ Hostel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356616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allocation, roommate matching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In/out register with face check-in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 attendance &amp; menu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log, leave applications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Hostel + mess fees integrated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14 · SECURITY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the data you can't lose.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Schools handle minors' photos, medical records, fee histories. AIvenX is engineered around that responsibility.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Multi-tenant secure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school is fully isolated at the database level. No cross-tenant leakage.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Role-based access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· Principal · Teacher · Student · Parent — every action audited.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30175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 Daily backups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Encrypted, point-in-time recovery. One-click data export — no lock-in.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🇮🇳 Hosted in India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residency, low latency, DPDP-aligned for Indian schools.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 Privacy-first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embeddings only. Student data never trains third-party models.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7091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Audit logs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5257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login, edit, export logged for compliance and forensics.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edition that fits your school.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Admissions &amp; fees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&amp; payroll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Timetable &amp; exams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cards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· Transport · Hostel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portal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 + Cortex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in Operate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Generator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 Question Bank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Creator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plans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Cortex Helper bot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2286000"/>
            <a:ext cx="3657600" cy="38404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5820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58200" y="33832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in Pro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Evaluator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AI Attendance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 Assist (2026)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Surveillance (2026)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CSM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scales with student count. We'll send a tailored quote within 48 hours of this demo.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contract to live in 14 days.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1-3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 provisioned. Branding, classes, sections, fee structure imported.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228600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4-7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47872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migration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&amp; staff records imported from your existing system. Validated by AIvenX team.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228600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8-11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55664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5664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· Principal · Teacher · Parent walkthroughs. Recorded, role-specific.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0576" y="2286000"/>
            <a:ext cx="27432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2423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12-14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63456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Go-live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200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launch with one class → full rollout. Dedicated CSM on call.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112928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White-glove migration is included. We handle CSV imports from your current ERP / LMS — your team isn't stuck reformatting spreadsheets.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A85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things, this week.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55448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quote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for your edition + student count within 48 hours.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5448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setup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14-day pilot tenant with one class — your data, your branding.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55448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call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Reconvene at the end of the pilot to plan rollout or close out.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A85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sales@aivenx.co.in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6126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hello@aivenx.co.in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6126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aivenx.co.in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AIvenX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AIvenX — Demo Deck</dc:title>
  <dc:subject>PptxGenJS Presentation</dc:subject>
  <dc:creator>AIvenX</dc:creator>
  <cp:lastModifiedBy>AIvenX</cp:lastModifiedBy>
  <cp:revision>1</cp:revision>
  <dcterms:created xsi:type="dcterms:W3CDTF">2026-04-25T18:59:28Z</dcterms:created>
  <dcterms:modified xsi:type="dcterms:W3CDTF">2026-04-25T18:59:28Z</dcterms:modified>
</cp:coreProperties>
</file>